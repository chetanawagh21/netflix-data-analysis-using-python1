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DC143C"/>
                </a:solidFill>
                <a:latin typeface="Aptos"/>
              </a:defRPr>
            </a:pPr>
            <a:r>
              <a:t>NETFLIX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7955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Data Analysis</a:t>
            </a:r>
          </a:p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Using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EC6D3"/>
                </a:solidFill>
                <a:latin typeface="Aptos"/>
              </a:defRPr>
            </a:pPr>
            <a:r>
              <a:t>A beginner-friendly exploratory data analysis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Tools: Python • Pandas • 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EC6D3"/>
                </a:solidFill>
                <a:latin typeface="Aptos"/>
              </a:defRPr>
            </a:pPr>
            <a:r>
              <a:t>Presented by: Chetana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05840" cy="640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EC6D3"/>
                </a:solidFill>
                <a:latin typeface="Aptos"/>
              </a:defRPr>
            </a:pPr>
            <a:r>
              <a:t>NETFLIX DATA ANALYSIS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This project explores a dataset of Netflix movies and TV shows using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EF1F6"/>
                </a:solidFill>
                <a:latin typeface="Aptos"/>
              </a:defRPr>
            </a:pPr>
            <a:r>
              <a:t>The analysis is designed to help understand the dataset, inspect its columns, and explore patterns in the available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C143C"/>
                </a:solidFill>
                <a:latin typeface="Aptos"/>
              </a:defRPr>
            </a:pPr>
            <a:r>
              <a:t>Project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netflix py.ipynb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C143C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netflix_titles.csv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05840" cy="640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EC6D3"/>
                </a:solidFill>
                <a:latin typeface="Aptos"/>
              </a:defRPr>
            </a:pPr>
            <a:r>
              <a:t>NETFLIX DATA ANALYSIS  •  03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536192"/>
            <a:ext cx="411480" cy="411480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087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Understand the structure of the Netflix dataset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587751"/>
            <a:ext cx="411480" cy="411480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603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Inspect rows, columns, and data types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39311"/>
            <a:ext cx="411480" cy="411480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5031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611879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Prepare and explore the data using Pandas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690872"/>
            <a:ext cx="411480" cy="411480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3659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63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Use charts to communicate patterns found in the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Tools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05840" cy="640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EC6D3"/>
                </a:solidFill>
                <a:latin typeface="Aptos"/>
              </a:defRPr>
            </a:pPr>
            <a:r>
              <a:t>NETFLIX DATA ANALYSIS  •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C143C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  <a:p>
            <a:pPr>
              <a:spcAft>
                <a:spcPts val="10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Pandas</a:t>
            </a:r>
          </a:p>
          <a:p>
            <a:pPr>
              <a:spcAft>
                <a:spcPts val="10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Jupyter Notebook</a:t>
            </a:r>
          </a:p>
          <a:p>
            <a:pPr>
              <a:spcAft>
                <a:spcPts val="10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CSV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C143C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01168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1. Load the CSV dataset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2. Inspect the data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3. Explore and analyze columns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4. Create visualizations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5. Review the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Project Visualizations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05840" cy="640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EC6D3"/>
                </a:solidFill>
                <a:latin typeface="Aptos"/>
              </a:defRPr>
            </a:pPr>
            <a:r>
              <a:t>NETFLIX DATA ANALYSIS  •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The notebook includes visualizations created during the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10241280" cy="2468880"/>
          </a:xfrm>
          <a:prstGeom prst="roundRect">
            <a:avLst/>
          </a:prstGeom>
          <a:solidFill>
            <a:srgbClr val="262F43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BEC6D3"/>
                </a:solidFill>
                <a:latin typeface="Aptos"/>
              </a:defRPr>
            </a:pPr>
            <a:r>
              <a:t>INSERT YOUR ACTUAL NETFLIX GRAPH SCREENSHOT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EF1F6"/>
                </a:solidFill>
                <a:latin typeface="Aptos"/>
              </a:defRPr>
            </a:pPr>
            <a:r>
              <a:t>Tip: Replace this placeholder with the graph screenshot saved from your Jupyter Notebook.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005840" cy="6400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EC6D3"/>
                </a:solidFill>
                <a:latin typeface="Aptos"/>
              </a:defRPr>
            </a:pPr>
            <a:r>
              <a:t>NETFLIX DATA ANALYSIS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This project provides practical experience in exploring a real-world dataset with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C143C"/>
                </a:solidFill>
                <a:latin typeface="Aptos"/>
              </a:defRPr>
            </a:pPr>
            <a:r>
              <a:t>Key learning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EEF1F6"/>
                </a:solidFill>
                <a:latin typeface="Aptos"/>
              </a:defRPr>
            </a:pPr>
            <a:r>
              <a:t>• Working with CSV data</a:t>
            </a:r>
          </a:p>
          <a:p>
            <a:pPr>
              <a:spcAft>
                <a:spcPts val="1000"/>
              </a:spcAft>
              <a:defRPr sz="2200" b="0">
                <a:solidFill>
                  <a:srgbClr val="EEF1F6"/>
                </a:solidFill>
                <a:latin typeface="Aptos"/>
              </a:defRPr>
            </a:pPr>
            <a:r>
              <a:t>• Exploring data with Pandas</a:t>
            </a:r>
          </a:p>
          <a:p>
            <a:pPr>
              <a:spcAft>
                <a:spcPts val="1000"/>
              </a:spcAft>
              <a:defRPr sz="2200" b="0">
                <a:solidFill>
                  <a:srgbClr val="EEF1F6"/>
                </a:solidFill>
                <a:latin typeface="Aptos"/>
              </a:defRPr>
            </a:pPr>
            <a:r>
              <a:t>• Presenting findings with visualizations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BEC6D3"/>
                </a:solidFill>
                <a:latin typeface="Aptos"/>
              </a:defRPr>
            </a:pPr>
            <a:r>
              <a:t>GitHub repository: github.com/Chetanawagh21/Netflix-data-Analysis-using-python1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